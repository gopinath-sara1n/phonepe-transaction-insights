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A4F2BF-F7A1-4C02-AF76-3381ACD5FB61}" v="18" dt="2026-03-17T16:44:41.0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6D93-D673-4C9C-8B25-70190DA5F60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1E23D-05F8-41EA-B481-0784C4211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355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6D93-D673-4C9C-8B25-70190DA5F60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1E23D-05F8-41EA-B481-0784C4211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490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6D93-D673-4C9C-8B25-70190DA5F60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1E23D-05F8-41EA-B481-0784C4211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459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6D93-D673-4C9C-8B25-70190DA5F60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1E23D-05F8-41EA-B481-0784C4211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00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6D93-D673-4C9C-8B25-70190DA5F60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1E23D-05F8-41EA-B481-0784C4211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406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6D93-D673-4C9C-8B25-70190DA5F60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1E23D-05F8-41EA-B481-0784C4211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471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6D93-D673-4C9C-8B25-70190DA5F60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1E23D-05F8-41EA-B481-0784C4211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232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6D93-D673-4C9C-8B25-70190DA5F60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1E23D-05F8-41EA-B481-0784C4211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497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6D93-D673-4C9C-8B25-70190DA5F60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1E23D-05F8-41EA-B481-0784C4211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156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6D93-D673-4C9C-8B25-70190DA5F60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1E23D-05F8-41EA-B481-0784C4211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343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6D93-D673-4C9C-8B25-70190DA5F60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1E23D-05F8-41EA-B481-0784C4211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68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6D93-D673-4C9C-8B25-70190DA5F60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1E23D-05F8-41EA-B481-0784C4211EF8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6011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6D93-D673-4C9C-8B25-70190DA5F60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1E23D-05F8-41EA-B481-0784C4211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1903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6D93-D673-4C9C-8B25-70190DA5F60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1E23D-05F8-41EA-B481-0784C4211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1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6D93-D673-4C9C-8B25-70190DA5F60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1E23D-05F8-41EA-B481-0784C4211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5706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6D93-D673-4C9C-8B25-70190DA5F60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1E23D-05F8-41EA-B481-0784C4211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170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6D93-D673-4C9C-8B25-70190DA5F60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1E23D-05F8-41EA-B481-0784C4211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785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FA06D93-D673-4C9C-8B25-70190DA5F60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521E23D-05F8-41EA-B481-0784C4211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035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  <p:sldLayoutId id="2147483856" r:id="rId13"/>
    <p:sldLayoutId id="2147483857" r:id="rId14"/>
    <p:sldLayoutId id="2147483858" r:id="rId15"/>
    <p:sldLayoutId id="2147483859" r:id="rId16"/>
    <p:sldLayoutId id="2147483860" r:id="rId17"/>
  </p:sldLayoutIdLst>
  <p:transition>
    <p:fade thruBlk="1"/>
  </p:transition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A93DA-1ABC-0372-C149-1F8B05F462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PhonePe Transaction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7E1BA-B316-751A-5FF7-A577942188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Gopinath S</a:t>
            </a:r>
          </a:p>
        </p:txBody>
      </p:sp>
    </p:spTree>
    <p:extLst>
      <p:ext uri="{BB962C8B-B14F-4D97-AF65-F5344CB8AC3E}">
        <p14:creationId xmlns:p14="http://schemas.microsoft.com/office/powerpoint/2010/main" val="151182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8BD-3E0E-68C8-BAE5-8B7769D2D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18B08-088E-B9F5-A771-B9C0E6ED7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Strong Overall Growth </a:t>
            </a:r>
          </a:p>
          <a:p>
            <a:pPr marL="37710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Transactions (count &amp; amount) increased rapidly from 2018–2024, especially after 2020.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2) Merchant vs P2P Usage </a:t>
            </a:r>
          </a:p>
          <a:p>
            <a:pPr marL="37710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Merchant payments → highest number of transactions</a:t>
            </a:r>
          </a:p>
          <a:p>
            <a:pPr marL="37710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P2P → highest transaction value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3) Shift in Payment Behaviour </a:t>
            </a:r>
          </a:p>
          <a:p>
            <a:pPr marL="37710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 time, users are moving from P2P transfers to more merchant payments.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4) Top Performing States </a:t>
            </a:r>
          </a:p>
          <a:p>
            <a:pPr marL="37710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States like Telangana, Karnataka, Maharashtra contribute the most transactions.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5) High growth: Ladakh, Odisha 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6) Low growth: Tamil Nadu, Delhi</a:t>
            </a:r>
          </a:p>
        </p:txBody>
      </p:sp>
    </p:spTree>
    <p:extLst>
      <p:ext uri="{BB962C8B-B14F-4D97-AF65-F5344CB8AC3E}">
        <p14:creationId xmlns:p14="http://schemas.microsoft.com/office/powerpoint/2010/main" val="3853553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2CDE2-FD11-08C2-FA37-009FFCD18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6DBCC-943C-96A0-6C4D-4F04E040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C5FB3-EA25-D0E4-8611-BF9B24467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User Growth is Strong </a:t>
            </a:r>
          </a:p>
          <a:p>
            <a:pPr marL="37710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Registered users have grown steadily over time, showing continuous adoption of the platform.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2) High User Engagement </a:t>
            </a:r>
          </a:p>
          <a:p>
            <a:pPr marL="37710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Massive app opens (~92B) and ~42% engagement ratio indicate users are actively using the app regularly.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3) Top Device Brands Dominate </a:t>
            </a:r>
          </a:p>
          <a:p>
            <a:pPr marL="37710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Xiaomi, Vivo, Samsung have the highest user base → Android dominates the ecosystem.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4) Budget Phones Drive Usage </a:t>
            </a:r>
          </a:p>
          <a:p>
            <a:pPr marL="37710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users come from mid-range &amp; budget brands (Xiaomi, Realme, Vivo) → strong presence in mass market.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5) Regional Engagement Variation </a:t>
            </a:r>
          </a:p>
          <a:p>
            <a:pPr marL="37710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smaller states show higher engagement ratios → indicates high usage intensity despite lower user base.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6) Consistent Engagement Growth </a:t>
            </a:r>
          </a:p>
          <a:p>
            <a:pPr marL="37710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Engagement ratio has increased over time → users are becoming more active, not just registering.</a:t>
            </a:r>
          </a:p>
        </p:txBody>
      </p:sp>
    </p:spTree>
    <p:extLst>
      <p:ext uri="{BB962C8B-B14F-4D97-AF65-F5344CB8AC3E}">
        <p14:creationId xmlns:p14="http://schemas.microsoft.com/office/powerpoint/2010/main" val="1099818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8D361-19E9-9436-B517-0C29A441C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4C2EE-A5F4-54EB-BA67-2112907F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3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7D98C-BF47-2FA3-842C-70328E82B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Low Insurance Penetration </a:t>
            </a:r>
          </a:p>
          <a:p>
            <a:pPr marL="37710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penetration is very low (~0.19%), showing huge untapped market potential.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2) Strong Growth in Insurance Value </a:t>
            </a:r>
          </a:p>
          <a:p>
            <a:pPr marL="37710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Insurance transaction value is steadily increasing over time → growing awareness and adoption.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3) Top States Lead Adoption </a:t>
            </a:r>
          </a:p>
          <a:p>
            <a:pPr marL="37710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States like Karnataka, Maharashtra, Tamil Nadu contribute the highest insurance value.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4) High Opportunity States </a:t>
            </a:r>
          </a:p>
          <a:p>
            <a:pPr marL="37710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states have high users but low insurance transactions → strong scope for expansion.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5) Urban Areas Dominate </a:t>
            </a:r>
          </a:p>
          <a:p>
            <a:pPr marL="37710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Districts like Bengaluru Urban, Pune, Gurugram lead in insurance value → urban concentration.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6) Penetration Gap Across States </a:t>
            </a:r>
          </a:p>
          <a:p>
            <a:pPr marL="37710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Significant variation between states → uneven adoption across India.</a:t>
            </a:r>
          </a:p>
        </p:txBody>
      </p:sp>
    </p:spTree>
    <p:extLst>
      <p:ext uri="{BB962C8B-B14F-4D97-AF65-F5344CB8AC3E}">
        <p14:creationId xmlns:p14="http://schemas.microsoft.com/office/powerpoint/2010/main" val="335092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4A2A0-4458-D8C2-F19F-45BDBBAC2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1B08-5F2F-2D5D-5C09-D5CE20B8F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4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FD394-4A32-8456-557E-6BAABE656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Strong User Growth </a:t>
            </a:r>
          </a:p>
          <a:p>
            <a:pPr marL="37710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Registered users and app opens have increased consistently over time → strong platform adoption.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2) High Engagement Level </a:t>
            </a:r>
          </a:p>
          <a:p>
            <a:pPr marL="37710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Engagement ratio (~68.9) is high → users are actively using the app, not just registering.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3)Top States Dominate Usage </a:t>
            </a:r>
          </a:p>
          <a:p>
            <a:pPr marL="37710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Uttar Pradesh, Maharashtra, Karnataka have the highest users and app opens.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4) Urban Districts Lead </a:t>
            </a:r>
          </a:p>
          <a:p>
            <a:pPr marL="37710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Districts like Bengaluru Urban, Pune, Hyderabad show highest users and app activity.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5) High Opportunity States</a:t>
            </a:r>
          </a:p>
          <a:p>
            <a:pPr marL="37710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states have high users but relatively lower engagement → scope to improve activity.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6) Smaller States = Higher Engagement</a:t>
            </a:r>
          </a:p>
          <a:p>
            <a:pPr marL="37710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population states show higher engagement ratio → more active users per capita.</a:t>
            </a:r>
          </a:p>
        </p:txBody>
      </p:sp>
    </p:spTree>
    <p:extLst>
      <p:ext uri="{BB962C8B-B14F-4D97-AF65-F5344CB8AC3E}">
        <p14:creationId xmlns:p14="http://schemas.microsoft.com/office/powerpoint/2010/main" val="2288839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F118C-C80D-ADD8-A0ED-61F2A837D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E9696-33A6-EEBE-5D79-617264CD7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5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A61D3-7A0E-0053-1A29-71777143B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Average Policy Value Increasing </a:t>
            </a:r>
          </a:p>
          <a:p>
            <a:pPr marL="377100" lvl="1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transaction value has grown over time → users are buying higher-value insurance policies.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2) Insurance Growth is Strong </a:t>
            </a:r>
          </a:p>
          <a:p>
            <a:pPr marL="377100" lvl="1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Both transaction count and value show steady upward trend → increasing adoption.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3) Top States Drive Insurance Usage </a:t>
            </a:r>
          </a:p>
          <a:p>
            <a:pPr marL="377100" lvl="1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Karnataka, Maharashtra, Uttar Pradesh lead in both transactions and value.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4) Urban Districts Dominate </a:t>
            </a:r>
          </a:p>
          <a:p>
            <a:pPr marL="377100" lvl="1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Districts like Bengaluru Urban, Pune, Hyderabad have the highest insurance activity.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5) High Value vs High Volume Difference </a:t>
            </a:r>
          </a:p>
          <a:p>
            <a:pPr marL="377100" lvl="1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regions have: High transactions (volume), Others have higher average policy value → different customer segments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6) Untapped Growth Opportunity </a:t>
            </a:r>
          </a:p>
          <a:p>
            <a:pPr marL="377100" lvl="1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States with large user base but lower insurance transactions are key targets for expansion.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685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9BD43-430B-B766-3826-E4093D053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C7DF6-52AD-5FB8-0C82-17E6D4B2BF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107239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3BD651A-6896-43BD-806C-8AD446DA0590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59CB002-E1AB-4AC7-AE0C-F2C64561D1DC}">
  <we:reference id="wa104380050" version="3.8.0.0" store="en-US" storeType="OMEX"/>
  <we:alternateReferences>
    <we:reference id="wa104380050" version="3.8.0.0" store="wa10438005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62</TotalTime>
  <Words>622</Words>
  <Application>Microsoft Office PowerPoint</Application>
  <PresentationFormat>Widescreen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 Black</vt:lpstr>
      <vt:lpstr>Calibri</vt:lpstr>
      <vt:lpstr>Calisto MT</vt:lpstr>
      <vt:lpstr>Wingdings 2</vt:lpstr>
      <vt:lpstr>Slate</vt:lpstr>
      <vt:lpstr>PhonePe Transaction Insights</vt:lpstr>
      <vt:lpstr>Scenario 1</vt:lpstr>
      <vt:lpstr>Scenario 2</vt:lpstr>
      <vt:lpstr>Scenario 3 </vt:lpstr>
      <vt:lpstr>Scenario 4 </vt:lpstr>
      <vt:lpstr>Scenario 5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Gopinath S</dc:creator>
  <cp:lastModifiedBy>Gopinath S</cp:lastModifiedBy>
  <cp:revision>2</cp:revision>
  <dcterms:created xsi:type="dcterms:W3CDTF">2026-03-17T15:46:01Z</dcterms:created>
  <dcterms:modified xsi:type="dcterms:W3CDTF">2026-03-17T16:48:01Z</dcterms:modified>
</cp:coreProperties>
</file>